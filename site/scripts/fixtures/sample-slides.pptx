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스프린트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2주 단위로 운영합니다</a:t>
            </a:r>
          </a:p>
          <a:p>
            <a:r>
              <a:t>D7 첫 리뷰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리뷰 게이트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critical·high는 머지를 막습니다</a:t>
            </a:r>
          </a:p>
          <a:p>
            <a:r>
              <a:t>D14 </a:t>
            </a:r>
            <a:r>
              <a:rPr b="1"/>
              <a:t>release → 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일정 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단계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코드 리뷰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