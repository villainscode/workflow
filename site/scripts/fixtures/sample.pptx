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2주 스프린트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D7 코드 리뷰 ① / D14 배포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